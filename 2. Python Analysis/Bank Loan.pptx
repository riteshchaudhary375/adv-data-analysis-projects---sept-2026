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  <p:sldId id="262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99A5B-21D3-F65C-CC8A-5E8D0BEC98BC}" v="1" dt="2026-08-08T08:53:48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chet  Tamang" userId="S::26.student.sachet@broadwayinfosys.edu.np::26d64851-9750-4798-b870-35b69c9cb9b2" providerId="AD" clId="Web-{F4699A5B-21D3-F65C-CC8A-5E8D0BEC98BC}"/>
    <pc:docChg chg="sldOrd">
      <pc:chgData name="Sachet  Tamang" userId="S::26.student.sachet@broadwayinfosys.edu.np::26d64851-9750-4798-b870-35b69c9cb9b2" providerId="AD" clId="Web-{F4699A5B-21D3-F65C-CC8A-5E8D0BEC98BC}" dt="2026-08-08T08:53:48.167" v="0"/>
      <pc:docMkLst>
        <pc:docMk/>
      </pc:docMkLst>
      <pc:sldChg chg="ord">
        <pc:chgData name="Sachet  Tamang" userId="S::26.student.sachet@broadwayinfosys.edu.np::26d64851-9750-4798-b870-35b69c9cb9b2" providerId="AD" clId="Web-{F4699A5B-21D3-F65C-CC8A-5E8D0BEC98BC}" dt="2026-08-08T08:53:48.167" v="0"/>
        <pc:sldMkLst>
          <pc:docMk/>
          <pc:sldMk cId="237767208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1775636" y="4571071"/>
            <a:ext cx="7107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>
                <a:solidFill>
                  <a:srgbClr val="92D050"/>
                </a:solidFill>
                <a:latin typeface="Lato Black" panose="020F0A02020204030203" pitchFamily="34" charset="0"/>
              </a:rPr>
              <a:t>Financial Loan Dataset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-112042" y="221144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363849" y="3106267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7592D89B13A745BB7EB3F77D12C662" ma:contentTypeVersion="7" ma:contentTypeDescription="Create a new document." ma:contentTypeScope="" ma:versionID="b84fb3c5cecb754a3da086102271e3a6">
  <xsd:schema xmlns:xsd="http://www.w3.org/2001/XMLSchema" xmlns:xs="http://www.w3.org/2001/XMLSchema" xmlns:p="http://schemas.microsoft.com/office/2006/metadata/properties" xmlns:ns2="de0f4b48-c9b8-4e8f-9236-2436dbf205c2" targetNamespace="http://schemas.microsoft.com/office/2006/metadata/properties" ma:root="true" ma:fieldsID="1ceedcffecbad86fade96c744804e7f6" ns2:_="">
    <xsd:import namespace="de0f4b48-c9b8-4e8f-9236-2436dbf205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0f4b48-c9b8-4e8f-9236-2436dbf205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E5BF6E-11F3-411D-9B2A-803DE8B1BA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E48618-8C2D-474A-99C5-2947572F6676}">
  <ds:schemaRefs>
    <ds:schemaRef ds:uri="de0f4b48-c9b8-4e8f-9236-2436dbf205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1FB11EC-C8E7-44D5-B76B-A3A54D085CF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revision>1</cp:revision>
  <dcterms:created xsi:type="dcterms:W3CDTF">2023-10-07T01:44:58Z</dcterms:created>
  <dcterms:modified xsi:type="dcterms:W3CDTF">2026-08-08T08:54:04Z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0x0101003A7592D89B13A745BB7EB3F77D12C662</vt:lpwstr>
  </property>
</Properties>
</file>